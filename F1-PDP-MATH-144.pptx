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16391C-2BDA-4B97-B398-D15AA4C1D3A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D42F1B5-E626-46A3-8E78-9C1E6A34D5B0}">
      <dgm:prSet/>
      <dgm:spPr/>
      <dgm:t>
        <a:bodyPr/>
        <a:lstStyle/>
        <a:p>
          <a:r>
            <a:rPr lang="en-US"/>
            <a:t>OpenF1 API provides a comprehensive view of an array of different F1 Metrics. </a:t>
          </a:r>
        </a:p>
      </dgm:t>
    </dgm:pt>
    <dgm:pt modelId="{D3186EEB-A6DA-4FE7-8A3A-36E38039DAB6}" type="parTrans" cxnId="{C4F01B4B-64F2-4F4E-B823-AF7499E7B40E}">
      <dgm:prSet/>
      <dgm:spPr/>
      <dgm:t>
        <a:bodyPr/>
        <a:lstStyle/>
        <a:p>
          <a:endParaRPr lang="en-US"/>
        </a:p>
      </dgm:t>
    </dgm:pt>
    <dgm:pt modelId="{F645435E-42B0-4294-909B-F1AA9F39586F}" type="sibTrans" cxnId="{C4F01B4B-64F2-4F4E-B823-AF7499E7B40E}">
      <dgm:prSet/>
      <dgm:spPr/>
      <dgm:t>
        <a:bodyPr/>
        <a:lstStyle/>
        <a:p>
          <a:endParaRPr lang="en-US"/>
        </a:p>
      </dgm:t>
    </dgm:pt>
    <dgm:pt modelId="{542A245B-0DCB-42C4-BE29-63BC7D3AFD1C}">
      <dgm:prSet/>
      <dgm:spPr/>
      <dgm:t>
        <a:bodyPr/>
        <a:lstStyle/>
        <a:p>
          <a:r>
            <a:rPr lang="en-US"/>
            <a:t>Using this service, I imported three primary datasets, that being pitstop_data, session_data, and driver_data</a:t>
          </a:r>
        </a:p>
      </dgm:t>
    </dgm:pt>
    <dgm:pt modelId="{D21B9F7F-85E7-4AA3-A6F9-DAF01E76894F}" type="parTrans" cxnId="{1F1926F3-8A94-4B92-A949-842C6CF5BF1E}">
      <dgm:prSet/>
      <dgm:spPr/>
      <dgm:t>
        <a:bodyPr/>
        <a:lstStyle/>
        <a:p>
          <a:endParaRPr lang="en-US"/>
        </a:p>
      </dgm:t>
    </dgm:pt>
    <dgm:pt modelId="{08103AC7-C054-4647-8AED-59527CA3C547}" type="sibTrans" cxnId="{1F1926F3-8A94-4B92-A949-842C6CF5BF1E}">
      <dgm:prSet/>
      <dgm:spPr/>
      <dgm:t>
        <a:bodyPr/>
        <a:lstStyle/>
        <a:p>
          <a:endParaRPr lang="en-US"/>
        </a:p>
      </dgm:t>
    </dgm:pt>
    <dgm:pt modelId="{CC512D99-B562-40AF-A731-74DC2E107D88}" type="pres">
      <dgm:prSet presAssocID="{8C16391C-2BDA-4B97-B398-D15AA4C1D3AE}" presName="root" presStyleCnt="0">
        <dgm:presLayoutVars>
          <dgm:dir/>
          <dgm:resizeHandles val="exact"/>
        </dgm:presLayoutVars>
      </dgm:prSet>
      <dgm:spPr/>
    </dgm:pt>
    <dgm:pt modelId="{5A8B39DD-D4C2-4C73-8810-1C5DD4C16AE6}" type="pres">
      <dgm:prSet presAssocID="{1D42F1B5-E626-46A3-8E78-9C1E6A34D5B0}" presName="compNode" presStyleCnt="0"/>
      <dgm:spPr/>
    </dgm:pt>
    <dgm:pt modelId="{F4B7C7A1-DB80-4999-A4EE-7E41B8585BD4}" type="pres">
      <dgm:prSet presAssocID="{1D42F1B5-E626-46A3-8E78-9C1E6A34D5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3E8E0AA-70B2-40AF-9828-F65A9AC5E8E4}" type="pres">
      <dgm:prSet presAssocID="{1D42F1B5-E626-46A3-8E78-9C1E6A34D5B0}" presName="spaceRect" presStyleCnt="0"/>
      <dgm:spPr/>
    </dgm:pt>
    <dgm:pt modelId="{96968DEA-6F75-4050-992D-423FEBE29729}" type="pres">
      <dgm:prSet presAssocID="{1D42F1B5-E626-46A3-8E78-9C1E6A34D5B0}" presName="textRect" presStyleLbl="revTx" presStyleIdx="0" presStyleCnt="2">
        <dgm:presLayoutVars>
          <dgm:chMax val="1"/>
          <dgm:chPref val="1"/>
        </dgm:presLayoutVars>
      </dgm:prSet>
      <dgm:spPr/>
    </dgm:pt>
    <dgm:pt modelId="{90247989-BC4A-4243-8972-501F9CA70C50}" type="pres">
      <dgm:prSet presAssocID="{F645435E-42B0-4294-909B-F1AA9F39586F}" presName="sibTrans" presStyleCnt="0"/>
      <dgm:spPr/>
    </dgm:pt>
    <dgm:pt modelId="{37A58443-E59C-45C9-9A4E-FCD81DA30443}" type="pres">
      <dgm:prSet presAssocID="{542A245B-0DCB-42C4-BE29-63BC7D3AFD1C}" presName="compNode" presStyleCnt="0"/>
      <dgm:spPr/>
    </dgm:pt>
    <dgm:pt modelId="{E04D3B8B-B011-4846-A5D3-2852180C79AB}" type="pres">
      <dgm:prSet presAssocID="{542A245B-0DCB-42C4-BE29-63BC7D3AFD1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08C777A-2758-4A32-9025-8F74581FC44B}" type="pres">
      <dgm:prSet presAssocID="{542A245B-0DCB-42C4-BE29-63BC7D3AFD1C}" presName="spaceRect" presStyleCnt="0"/>
      <dgm:spPr/>
    </dgm:pt>
    <dgm:pt modelId="{01948A34-752B-4B85-84F7-691995CC8312}" type="pres">
      <dgm:prSet presAssocID="{542A245B-0DCB-42C4-BE29-63BC7D3AFD1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634052C-0427-4DAC-8C2F-6AF7C6BA4D35}" type="presOf" srcId="{1D42F1B5-E626-46A3-8E78-9C1E6A34D5B0}" destId="{96968DEA-6F75-4050-992D-423FEBE29729}" srcOrd="0" destOrd="0" presId="urn:microsoft.com/office/officeart/2018/2/layout/IconLabelList"/>
    <dgm:cxn modelId="{0F63663C-FEE4-40C9-B992-AF905E9A17EC}" type="presOf" srcId="{8C16391C-2BDA-4B97-B398-D15AA4C1D3AE}" destId="{CC512D99-B562-40AF-A731-74DC2E107D88}" srcOrd="0" destOrd="0" presId="urn:microsoft.com/office/officeart/2018/2/layout/IconLabelList"/>
    <dgm:cxn modelId="{C4F01B4B-64F2-4F4E-B823-AF7499E7B40E}" srcId="{8C16391C-2BDA-4B97-B398-D15AA4C1D3AE}" destId="{1D42F1B5-E626-46A3-8E78-9C1E6A34D5B0}" srcOrd="0" destOrd="0" parTransId="{D3186EEB-A6DA-4FE7-8A3A-36E38039DAB6}" sibTransId="{F645435E-42B0-4294-909B-F1AA9F39586F}"/>
    <dgm:cxn modelId="{4476A0F1-4F32-4C77-990F-2D81A0DF43E1}" type="presOf" srcId="{542A245B-0DCB-42C4-BE29-63BC7D3AFD1C}" destId="{01948A34-752B-4B85-84F7-691995CC8312}" srcOrd="0" destOrd="0" presId="urn:microsoft.com/office/officeart/2018/2/layout/IconLabelList"/>
    <dgm:cxn modelId="{1F1926F3-8A94-4B92-A949-842C6CF5BF1E}" srcId="{8C16391C-2BDA-4B97-B398-D15AA4C1D3AE}" destId="{542A245B-0DCB-42C4-BE29-63BC7D3AFD1C}" srcOrd="1" destOrd="0" parTransId="{D21B9F7F-85E7-4AA3-A6F9-DAF01E76894F}" sibTransId="{08103AC7-C054-4647-8AED-59527CA3C547}"/>
    <dgm:cxn modelId="{A70A9F95-29B5-4EFA-8C3C-18A28E7809A0}" type="presParOf" srcId="{CC512D99-B562-40AF-A731-74DC2E107D88}" destId="{5A8B39DD-D4C2-4C73-8810-1C5DD4C16AE6}" srcOrd="0" destOrd="0" presId="urn:microsoft.com/office/officeart/2018/2/layout/IconLabelList"/>
    <dgm:cxn modelId="{24BDD02E-D519-452B-97B5-5C7EB736D68C}" type="presParOf" srcId="{5A8B39DD-D4C2-4C73-8810-1C5DD4C16AE6}" destId="{F4B7C7A1-DB80-4999-A4EE-7E41B8585BD4}" srcOrd="0" destOrd="0" presId="urn:microsoft.com/office/officeart/2018/2/layout/IconLabelList"/>
    <dgm:cxn modelId="{C597EC6A-F429-4476-8F89-69FE36D5AFC3}" type="presParOf" srcId="{5A8B39DD-D4C2-4C73-8810-1C5DD4C16AE6}" destId="{63E8E0AA-70B2-40AF-9828-F65A9AC5E8E4}" srcOrd="1" destOrd="0" presId="urn:microsoft.com/office/officeart/2018/2/layout/IconLabelList"/>
    <dgm:cxn modelId="{52522C56-5640-4E93-A511-CD019C11446B}" type="presParOf" srcId="{5A8B39DD-D4C2-4C73-8810-1C5DD4C16AE6}" destId="{96968DEA-6F75-4050-992D-423FEBE29729}" srcOrd="2" destOrd="0" presId="urn:microsoft.com/office/officeart/2018/2/layout/IconLabelList"/>
    <dgm:cxn modelId="{853B9150-FC80-4577-B940-71B5006DA89C}" type="presParOf" srcId="{CC512D99-B562-40AF-A731-74DC2E107D88}" destId="{90247989-BC4A-4243-8972-501F9CA70C50}" srcOrd="1" destOrd="0" presId="urn:microsoft.com/office/officeart/2018/2/layout/IconLabelList"/>
    <dgm:cxn modelId="{BD9ABD93-FB5D-4247-859A-D68ACA6B0E21}" type="presParOf" srcId="{CC512D99-B562-40AF-A731-74DC2E107D88}" destId="{37A58443-E59C-45C9-9A4E-FCD81DA30443}" srcOrd="2" destOrd="0" presId="urn:microsoft.com/office/officeart/2018/2/layout/IconLabelList"/>
    <dgm:cxn modelId="{B7DB5653-A01E-4EEA-9244-674A3E15837D}" type="presParOf" srcId="{37A58443-E59C-45C9-9A4E-FCD81DA30443}" destId="{E04D3B8B-B011-4846-A5D3-2852180C79AB}" srcOrd="0" destOrd="0" presId="urn:microsoft.com/office/officeart/2018/2/layout/IconLabelList"/>
    <dgm:cxn modelId="{93CF54E8-5F7D-4877-AD16-F3AE3D47C502}" type="presParOf" srcId="{37A58443-E59C-45C9-9A4E-FCD81DA30443}" destId="{408C777A-2758-4A32-9025-8F74581FC44B}" srcOrd="1" destOrd="0" presId="urn:microsoft.com/office/officeart/2018/2/layout/IconLabelList"/>
    <dgm:cxn modelId="{D666D848-782A-441A-888C-99B497F2EAC2}" type="presParOf" srcId="{37A58443-E59C-45C9-9A4E-FCD81DA30443}" destId="{01948A34-752B-4B85-84F7-691995CC83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FED2BD-CCCF-4F00-A4AE-63156965B106}" type="doc">
      <dgm:prSet loTypeId="urn:microsoft.com/office/officeart/2005/8/layout/list1" loCatId="list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FF5A7FB-6919-4F64-A9F7-01B19A4D1990}">
      <dgm:prSet/>
      <dgm:spPr/>
      <dgm:t>
        <a:bodyPr/>
        <a:lstStyle/>
        <a:p>
          <a:pPr>
            <a:defRPr cap="all"/>
          </a:pPr>
          <a:r>
            <a:rPr lang="en-US" b="1"/>
            <a:t>1.3 Session Isolation</a:t>
          </a:r>
          <a:endParaRPr lang="en-US"/>
        </a:p>
      </dgm:t>
    </dgm:pt>
    <dgm:pt modelId="{EB63DE4F-2AF7-446E-8BB4-849BF885A0BB}" type="parTrans" cxnId="{CB557C0E-0B6F-485F-B96B-03CA3E2F3EED}">
      <dgm:prSet/>
      <dgm:spPr/>
      <dgm:t>
        <a:bodyPr/>
        <a:lstStyle/>
        <a:p>
          <a:endParaRPr lang="en-US"/>
        </a:p>
      </dgm:t>
    </dgm:pt>
    <dgm:pt modelId="{EAAC750B-AB8A-4695-A39F-9C11373C5FAF}" type="sibTrans" cxnId="{CB557C0E-0B6F-485F-B96B-03CA3E2F3EED}">
      <dgm:prSet/>
      <dgm:spPr/>
      <dgm:t>
        <a:bodyPr/>
        <a:lstStyle/>
        <a:p>
          <a:endParaRPr lang="en-US"/>
        </a:p>
      </dgm:t>
    </dgm:pt>
    <dgm:pt modelId="{1DF3DC2C-0AEC-4D24-8DBF-776192A46D7D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6CADE2B7-746F-468E-AC42-94A45C1DB82C}" type="parTrans" cxnId="{73C4E008-AD44-4E98-8CED-913EA051D7C4}">
      <dgm:prSet/>
      <dgm:spPr/>
      <dgm:t>
        <a:bodyPr/>
        <a:lstStyle/>
        <a:p>
          <a:endParaRPr lang="en-US"/>
        </a:p>
      </dgm:t>
    </dgm:pt>
    <dgm:pt modelId="{C08E1098-1045-4257-B2AB-EF6D0989F66E}" type="sibTrans" cxnId="{73C4E008-AD44-4E98-8CED-913EA051D7C4}">
      <dgm:prSet/>
      <dgm:spPr/>
      <dgm:t>
        <a:bodyPr/>
        <a:lstStyle/>
        <a:p>
          <a:endParaRPr lang="en-US"/>
        </a:p>
      </dgm:t>
    </dgm:pt>
    <dgm:pt modelId="{A5C72E64-7B7F-4DB8-BE1C-6C2F5361211C}">
      <dgm:prSet/>
      <dgm:spPr/>
      <dgm:t>
        <a:bodyPr/>
        <a:lstStyle/>
        <a:p>
          <a:pPr>
            <a:defRPr cap="all"/>
          </a:pPr>
          <a:r>
            <a:rPr lang="en-US" b="1"/>
            <a:t>1.5.1 Joining Driver Information</a:t>
          </a:r>
          <a:endParaRPr lang="en-US"/>
        </a:p>
      </dgm:t>
    </dgm:pt>
    <dgm:pt modelId="{04AF6376-3F07-4221-AEEA-DE0598FD315E}" type="parTrans" cxnId="{E97343DF-B034-4BEE-AF30-86E28E0D44DD}">
      <dgm:prSet/>
      <dgm:spPr/>
      <dgm:t>
        <a:bodyPr/>
        <a:lstStyle/>
        <a:p>
          <a:endParaRPr lang="en-US"/>
        </a:p>
      </dgm:t>
    </dgm:pt>
    <dgm:pt modelId="{3AEC0A09-7150-4252-AF42-BCE03D454B4B}" type="sibTrans" cxnId="{E97343DF-B034-4BEE-AF30-86E28E0D44DD}">
      <dgm:prSet/>
      <dgm:spPr/>
      <dgm:t>
        <a:bodyPr/>
        <a:lstStyle/>
        <a:p>
          <a:endParaRPr lang="en-US"/>
        </a:p>
      </dgm:t>
    </dgm:pt>
    <dgm:pt modelId="{B8EF9EA2-DA8D-40A5-9DE0-4CB48A261BF5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2B7D7725-17FD-44B5-8012-228F40E6853B}" type="parTrans" cxnId="{AE1E8A54-DC4B-409C-8003-CE471E61BA1B}">
      <dgm:prSet/>
      <dgm:spPr/>
      <dgm:t>
        <a:bodyPr/>
        <a:lstStyle/>
        <a:p>
          <a:endParaRPr lang="en-US"/>
        </a:p>
      </dgm:t>
    </dgm:pt>
    <dgm:pt modelId="{80A97CF2-1418-44A5-BA08-0A967BCA7971}" type="sibTrans" cxnId="{AE1E8A54-DC4B-409C-8003-CE471E61BA1B}">
      <dgm:prSet/>
      <dgm:spPr/>
      <dgm:t>
        <a:bodyPr/>
        <a:lstStyle/>
        <a:p>
          <a:endParaRPr lang="en-US"/>
        </a:p>
      </dgm:t>
    </dgm:pt>
    <dgm:pt modelId="{EFE496EA-79DF-4458-9EE2-2261980B1441}" type="pres">
      <dgm:prSet presAssocID="{03FED2BD-CCCF-4F00-A4AE-63156965B106}" presName="linear" presStyleCnt="0">
        <dgm:presLayoutVars>
          <dgm:dir/>
          <dgm:animLvl val="lvl"/>
          <dgm:resizeHandles val="exact"/>
        </dgm:presLayoutVars>
      </dgm:prSet>
      <dgm:spPr/>
    </dgm:pt>
    <dgm:pt modelId="{730B86AB-6F4C-41B9-9C50-90C8AADC458B}" type="pres">
      <dgm:prSet presAssocID="{1FF5A7FB-6919-4F64-A9F7-01B19A4D1990}" presName="parentLin" presStyleCnt="0"/>
      <dgm:spPr/>
    </dgm:pt>
    <dgm:pt modelId="{DEA5AF21-4A98-4FAD-A840-5B64EEE26779}" type="pres">
      <dgm:prSet presAssocID="{1FF5A7FB-6919-4F64-A9F7-01B19A4D1990}" presName="parentLeftMargin" presStyleLbl="node1" presStyleIdx="0" presStyleCnt="2"/>
      <dgm:spPr/>
    </dgm:pt>
    <dgm:pt modelId="{77901A50-AF54-4986-ABBE-65BEF15408D2}" type="pres">
      <dgm:prSet presAssocID="{1FF5A7FB-6919-4F64-A9F7-01B19A4D199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FEE1EE8-1E65-486A-8FBF-B2212FB4C615}" type="pres">
      <dgm:prSet presAssocID="{1FF5A7FB-6919-4F64-A9F7-01B19A4D1990}" presName="negativeSpace" presStyleCnt="0"/>
      <dgm:spPr/>
    </dgm:pt>
    <dgm:pt modelId="{AEC4C285-D8BA-4077-9FFA-C18EDB3A865B}" type="pres">
      <dgm:prSet presAssocID="{1FF5A7FB-6919-4F64-A9F7-01B19A4D1990}" presName="childText" presStyleLbl="conFgAcc1" presStyleIdx="0" presStyleCnt="2">
        <dgm:presLayoutVars>
          <dgm:bulletEnabled val="1"/>
        </dgm:presLayoutVars>
      </dgm:prSet>
      <dgm:spPr/>
    </dgm:pt>
    <dgm:pt modelId="{F6C42C51-90F5-476B-B18F-20054C2A97F7}" type="pres">
      <dgm:prSet presAssocID="{EAAC750B-AB8A-4695-A39F-9C11373C5FAF}" presName="spaceBetweenRectangles" presStyleCnt="0"/>
      <dgm:spPr/>
    </dgm:pt>
    <dgm:pt modelId="{97AC241B-E5BF-454E-8C9D-C254057AFAEB}" type="pres">
      <dgm:prSet presAssocID="{A5C72E64-7B7F-4DB8-BE1C-6C2F5361211C}" presName="parentLin" presStyleCnt="0"/>
      <dgm:spPr/>
    </dgm:pt>
    <dgm:pt modelId="{D5A99587-D29C-40BE-ABB0-B2BD889E9B8F}" type="pres">
      <dgm:prSet presAssocID="{A5C72E64-7B7F-4DB8-BE1C-6C2F5361211C}" presName="parentLeftMargin" presStyleLbl="node1" presStyleIdx="0" presStyleCnt="2"/>
      <dgm:spPr/>
    </dgm:pt>
    <dgm:pt modelId="{DC817AA0-BFAF-46F6-AFDD-2904F2C7BFFE}" type="pres">
      <dgm:prSet presAssocID="{A5C72E64-7B7F-4DB8-BE1C-6C2F5361211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3A1833D-40D3-442A-9273-F63C1E3AEA58}" type="pres">
      <dgm:prSet presAssocID="{A5C72E64-7B7F-4DB8-BE1C-6C2F5361211C}" presName="negativeSpace" presStyleCnt="0"/>
      <dgm:spPr/>
    </dgm:pt>
    <dgm:pt modelId="{1F36240F-6F76-4D0D-B755-5DBC20EAACCE}" type="pres">
      <dgm:prSet presAssocID="{A5C72E64-7B7F-4DB8-BE1C-6C2F5361211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3C4E008-AD44-4E98-8CED-913EA051D7C4}" srcId="{1FF5A7FB-6919-4F64-A9F7-01B19A4D1990}" destId="{1DF3DC2C-0AEC-4D24-8DBF-776192A46D7D}" srcOrd="0" destOrd="0" parTransId="{6CADE2B7-746F-468E-AC42-94A45C1DB82C}" sibTransId="{C08E1098-1045-4257-B2AB-EF6D0989F66E}"/>
    <dgm:cxn modelId="{CB557C0E-0B6F-485F-B96B-03CA3E2F3EED}" srcId="{03FED2BD-CCCF-4F00-A4AE-63156965B106}" destId="{1FF5A7FB-6919-4F64-A9F7-01B19A4D1990}" srcOrd="0" destOrd="0" parTransId="{EB63DE4F-2AF7-446E-8BB4-849BF885A0BB}" sibTransId="{EAAC750B-AB8A-4695-A39F-9C11373C5FAF}"/>
    <dgm:cxn modelId="{26712436-BFFB-4D52-82DF-CF3334D0409A}" type="presOf" srcId="{B8EF9EA2-DA8D-40A5-9DE0-4CB48A261BF5}" destId="{1F36240F-6F76-4D0D-B755-5DBC20EAACCE}" srcOrd="0" destOrd="0" presId="urn:microsoft.com/office/officeart/2005/8/layout/list1"/>
    <dgm:cxn modelId="{29798D6A-BF60-4390-B412-035512D078CE}" type="presOf" srcId="{A5C72E64-7B7F-4DB8-BE1C-6C2F5361211C}" destId="{D5A99587-D29C-40BE-ABB0-B2BD889E9B8F}" srcOrd="0" destOrd="0" presId="urn:microsoft.com/office/officeart/2005/8/layout/list1"/>
    <dgm:cxn modelId="{AE1E8A54-DC4B-409C-8003-CE471E61BA1B}" srcId="{A5C72E64-7B7F-4DB8-BE1C-6C2F5361211C}" destId="{B8EF9EA2-DA8D-40A5-9DE0-4CB48A261BF5}" srcOrd="0" destOrd="0" parTransId="{2B7D7725-17FD-44B5-8012-228F40E6853B}" sibTransId="{80A97CF2-1418-44A5-BA08-0A967BCA7971}"/>
    <dgm:cxn modelId="{82737492-6F6A-49B8-B279-266D2890A824}" type="presOf" srcId="{1DF3DC2C-0AEC-4D24-8DBF-776192A46D7D}" destId="{AEC4C285-D8BA-4077-9FFA-C18EDB3A865B}" srcOrd="0" destOrd="0" presId="urn:microsoft.com/office/officeart/2005/8/layout/list1"/>
    <dgm:cxn modelId="{00A5B8C5-80C6-4938-8979-8BBA4D86564D}" type="presOf" srcId="{1FF5A7FB-6919-4F64-A9F7-01B19A4D1990}" destId="{77901A50-AF54-4986-ABBE-65BEF15408D2}" srcOrd="1" destOrd="0" presId="urn:microsoft.com/office/officeart/2005/8/layout/list1"/>
    <dgm:cxn modelId="{64BF54D0-FE12-4300-9468-B59EC2CC060A}" type="presOf" srcId="{03FED2BD-CCCF-4F00-A4AE-63156965B106}" destId="{EFE496EA-79DF-4458-9EE2-2261980B1441}" srcOrd="0" destOrd="0" presId="urn:microsoft.com/office/officeart/2005/8/layout/list1"/>
    <dgm:cxn modelId="{E97343DF-B034-4BEE-AF30-86E28E0D44DD}" srcId="{03FED2BD-CCCF-4F00-A4AE-63156965B106}" destId="{A5C72E64-7B7F-4DB8-BE1C-6C2F5361211C}" srcOrd="1" destOrd="0" parTransId="{04AF6376-3F07-4221-AEEA-DE0598FD315E}" sibTransId="{3AEC0A09-7150-4252-AF42-BCE03D454B4B}"/>
    <dgm:cxn modelId="{E3916CEA-6180-4170-9A8E-89219FE9B5D7}" type="presOf" srcId="{1FF5A7FB-6919-4F64-A9F7-01B19A4D1990}" destId="{DEA5AF21-4A98-4FAD-A840-5B64EEE26779}" srcOrd="0" destOrd="0" presId="urn:microsoft.com/office/officeart/2005/8/layout/list1"/>
    <dgm:cxn modelId="{F0DCABEF-AFBB-49F4-83A3-2D8C1D39DD0D}" type="presOf" srcId="{A5C72E64-7B7F-4DB8-BE1C-6C2F5361211C}" destId="{DC817AA0-BFAF-46F6-AFDD-2904F2C7BFFE}" srcOrd="1" destOrd="0" presId="urn:microsoft.com/office/officeart/2005/8/layout/list1"/>
    <dgm:cxn modelId="{81459829-3FED-4FA8-8718-3696C7A7F729}" type="presParOf" srcId="{EFE496EA-79DF-4458-9EE2-2261980B1441}" destId="{730B86AB-6F4C-41B9-9C50-90C8AADC458B}" srcOrd="0" destOrd="0" presId="urn:microsoft.com/office/officeart/2005/8/layout/list1"/>
    <dgm:cxn modelId="{57E42C7C-A791-4192-9C8A-96D6D92513DA}" type="presParOf" srcId="{730B86AB-6F4C-41B9-9C50-90C8AADC458B}" destId="{DEA5AF21-4A98-4FAD-A840-5B64EEE26779}" srcOrd="0" destOrd="0" presId="urn:microsoft.com/office/officeart/2005/8/layout/list1"/>
    <dgm:cxn modelId="{5AE790DF-29F6-4F46-93B8-762FC512600C}" type="presParOf" srcId="{730B86AB-6F4C-41B9-9C50-90C8AADC458B}" destId="{77901A50-AF54-4986-ABBE-65BEF15408D2}" srcOrd="1" destOrd="0" presId="urn:microsoft.com/office/officeart/2005/8/layout/list1"/>
    <dgm:cxn modelId="{B973AED6-6E88-4644-BB5A-21CD83657E70}" type="presParOf" srcId="{EFE496EA-79DF-4458-9EE2-2261980B1441}" destId="{CFEE1EE8-1E65-486A-8FBF-B2212FB4C615}" srcOrd="1" destOrd="0" presId="urn:microsoft.com/office/officeart/2005/8/layout/list1"/>
    <dgm:cxn modelId="{E236CFE0-C676-4A4E-B02B-4620A9FE6BE5}" type="presParOf" srcId="{EFE496EA-79DF-4458-9EE2-2261980B1441}" destId="{AEC4C285-D8BA-4077-9FFA-C18EDB3A865B}" srcOrd="2" destOrd="0" presId="urn:microsoft.com/office/officeart/2005/8/layout/list1"/>
    <dgm:cxn modelId="{08AB82BC-1900-4B24-944C-840339089847}" type="presParOf" srcId="{EFE496EA-79DF-4458-9EE2-2261980B1441}" destId="{F6C42C51-90F5-476B-B18F-20054C2A97F7}" srcOrd="3" destOrd="0" presId="urn:microsoft.com/office/officeart/2005/8/layout/list1"/>
    <dgm:cxn modelId="{CC60B21A-6AD0-44B3-A241-41F55D20EF86}" type="presParOf" srcId="{EFE496EA-79DF-4458-9EE2-2261980B1441}" destId="{97AC241B-E5BF-454E-8C9D-C254057AFAEB}" srcOrd="4" destOrd="0" presId="urn:microsoft.com/office/officeart/2005/8/layout/list1"/>
    <dgm:cxn modelId="{70995FDC-DB91-43EE-BEB6-898EC465FC54}" type="presParOf" srcId="{97AC241B-E5BF-454E-8C9D-C254057AFAEB}" destId="{D5A99587-D29C-40BE-ABB0-B2BD889E9B8F}" srcOrd="0" destOrd="0" presId="urn:microsoft.com/office/officeart/2005/8/layout/list1"/>
    <dgm:cxn modelId="{9F9679EE-FCB6-4DCE-87DE-F490B2EE6F21}" type="presParOf" srcId="{97AC241B-E5BF-454E-8C9D-C254057AFAEB}" destId="{DC817AA0-BFAF-46F6-AFDD-2904F2C7BFFE}" srcOrd="1" destOrd="0" presId="urn:microsoft.com/office/officeart/2005/8/layout/list1"/>
    <dgm:cxn modelId="{38E7723A-9FB2-4D8B-84CE-F4D8A9F88672}" type="presParOf" srcId="{EFE496EA-79DF-4458-9EE2-2261980B1441}" destId="{63A1833D-40D3-442A-9273-F63C1E3AEA58}" srcOrd="5" destOrd="0" presId="urn:microsoft.com/office/officeart/2005/8/layout/list1"/>
    <dgm:cxn modelId="{BAD8423F-FC64-4F34-99A5-A35239A7ABDB}" type="presParOf" srcId="{EFE496EA-79DF-4458-9EE2-2261980B1441}" destId="{1F36240F-6F76-4D0D-B755-5DBC20EAACC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7C7A1-DB80-4999-A4EE-7E41B8585BD4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68DEA-6F75-4050-992D-423FEBE29729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OpenF1 API provides a comprehensive view of an array of different F1 Metrics. </a:t>
          </a:r>
        </a:p>
      </dsp:txBody>
      <dsp:txXfrm>
        <a:off x="765914" y="2943510"/>
        <a:ext cx="4320000" cy="720000"/>
      </dsp:txXfrm>
    </dsp:sp>
    <dsp:sp modelId="{E04D3B8B-B011-4846-A5D3-2852180C79AB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48A34-752B-4B85-84F7-691995CC8312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Using this service, I imported three primary datasets, that being pitstop_data, session_data, and driver_data</a:t>
          </a:r>
        </a:p>
      </dsp:txBody>
      <dsp:txXfrm>
        <a:off x="5841914" y="2943510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4C285-D8BA-4077-9FFA-C18EDB3A865B}">
      <dsp:nvSpPr>
        <dsp:cNvPr id="0" name=""/>
        <dsp:cNvSpPr/>
      </dsp:nvSpPr>
      <dsp:spPr>
        <a:xfrm>
          <a:off x="0" y="450077"/>
          <a:ext cx="10927829" cy="15734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562356" rIns="848121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700" kern="1200"/>
        </a:p>
      </dsp:txBody>
      <dsp:txXfrm>
        <a:off x="0" y="450077"/>
        <a:ext cx="10927829" cy="1573424"/>
      </dsp:txXfrm>
    </dsp:sp>
    <dsp:sp modelId="{77901A50-AF54-4986-ABBE-65BEF15408D2}">
      <dsp:nvSpPr>
        <dsp:cNvPr id="0" name=""/>
        <dsp:cNvSpPr/>
      </dsp:nvSpPr>
      <dsp:spPr>
        <a:xfrm>
          <a:off x="546391" y="51557"/>
          <a:ext cx="7649480" cy="797040"/>
        </a:xfrm>
        <a:prstGeom prst="round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b="1" kern="1200"/>
            <a:t>1.3 Session Isolation</a:t>
          </a:r>
          <a:endParaRPr lang="en-US" sz="2700" kern="1200"/>
        </a:p>
      </dsp:txBody>
      <dsp:txXfrm>
        <a:off x="585299" y="90465"/>
        <a:ext cx="7571664" cy="719224"/>
      </dsp:txXfrm>
    </dsp:sp>
    <dsp:sp modelId="{1F36240F-6F76-4D0D-B755-5DBC20EAACCE}">
      <dsp:nvSpPr>
        <dsp:cNvPr id="0" name=""/>
        <dsp:cNvSpPr/>
      </dsp:nvSpPr>
      <dsp:spPr>
        <a:xfrm>
          <a:off x="0" y="2567822"/>
          <a:ext cx="10927829" cy="15734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562356" rIns="848121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700" kern="1200"/>
        </a:p>
      </dsp:txBody>
      <dsp:txXfrm>
        <a:off x="0" y="2567822"/>
        <a:ext cx="10927829" cy="1573424"/>
      </dsp:txXfrm>
    </dsp:sp>
    <dsp:sp modelId="{DC817AA0-BFAF-46F6-AFDD-2904F2C7BFFE}">
      <dsp:nvSpPr>
        <dsp:cNvPr id="0" name=""/>
        <dsp:cNvSpPr/>
      </dsp:nvSpPr>
      <dsp:spPr>
        <a:xfrm>
          <a:off x="546391" y="2169302"/>
          <a:ext cx="7649480" cy="797040"/>
        </a:xfrm>
        <a:prstGeom prst="round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700" b="1" kern="1200"/>
            <a:t>1.5.1 Joining Driver Information</a:t>
          </a:r>
          <a:endParaRPr lang="en-US" sz="2700" kern="1200"/>
        </a:p>
      </dsp:txBody>
      <dsp:txXfrm>
        <a:off x="585299" y="2208210"/>
        <a:ext cx="7571664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FFE68-15CB-4337-950F-1635198288F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CB7E3-C03E-48F4-86FD-D4F21818B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66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TeamBoxplot</a:t>
            </a:r>
            <a:r>
              <a:rPr lang="en-US" dirty="0"/>
              <a:t> Object is created from a </a:t>
            </a:r>
            <a:r>
              <a:rPr lang="en-US" dirty="0" err="1"/>
              <a:t>ggplot</a:t>
            </a:r>
            <a:r>
              <a:rPr lang="en-US" dirty="0"/>
              <a:t> </a:t>
            </a:r>
            <a:r>
              <a:rPr lang="en-US" dirty="0" err="1"/>
              <a:t>funcition</a:t>
            </a:r>
            <a:r>
              <a:rPr lang="en-US" dirty="0"/>
              <a:t> that orders team name and the associated pit duration by the median pit duration of that team, while using the teams official color code to color the boxplots.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CB7E3-C03E-48F4-86FD-D4F21818BE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1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BE16-193A-4D8A-9193-011357DE7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1DE657-FDC7-544C-AD7E-0624AD7F4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AA49-163B-393F-47BE-16F0BA69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4F328-C29F-CE16-F07A-B8741520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F54DB-0D5D-D003-7B94-B82CBE63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1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F8CE-3EFD-A8A5-6955-44766032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697E-A554-73FA-815F-D835CF2D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25E43-D71F-22DB-B251-9B981928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B624D-B185-3B58-8DF4-84731107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4D34-74C7-6A82-1DC3-07A77FE7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8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EF47-9E42-2A4A-91A8-780F36E0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889F7-7115-3EDD-BB2E-C3F90226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189B8-5971-5B2E-69E3-8C255D05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03641-A7D6-C013-3A11-6F2F0A6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D311C-E082-EFFF-980B-48AD9293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82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08B1-5E75-C68E-2F88-4CC35C2B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B61D5-DC26-ED11-61BE-E78DB8AEC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3F7E6-9071-F237-7488-88A368C72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093A0-5BB3-5BC5-E97F-E3698624B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23DB1-0B76-526D-289E-DC626ADE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F7871-03F9-646F-3D44-34051D04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513D-233C-E0B9-CF4C-7FA6BBFB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88CF5-B4D3-3AD1-18EB-2722F7C4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76EAF-2116-A251-5DA1-938FC8F66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347BA-999F-3C94-F5FD-A11C78A62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630AD-8BF7-E0E3-C8BC-7469EB781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48C1E-751E-036F-6B8C-D340737D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93E07-94DC-54F2-C3F5-A8C7E458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8D553-0587-CB56-B2B4-5F691838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4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2199-7680-57CE-313E-0F683BBA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0A577-544C-3A83-D0E4-65271CA8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AE2BA-E657-EB6B-7834-0F331239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DD0FD-51D6-AB1F-060A-A4D002FE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9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B6248-43B7-5949-743B-1ABA3C76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E5D2A-5F43-8163-9AFD-24640951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C27FB-F860-E8B2-6AE3-1452BE51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3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B28A-2EC4-1052-0EFC-3413AFE0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8F30-F36F-C96C-328E-9290DE0EB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F1A64-BFB1-CC2E-CCEF-9B6F35AB6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FBC23-4EE7-0345-09BF-C9E7C42C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2DF46-95DC-804C-AF4F-98CAFE48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F37D8-8708-7EC0-6C47-34906C04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2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5BCA-431A-3B14-3BC5-E88AA55E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583B2-F617-F025-6EC5-08D37B746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964F6-3D97-DDC8-E64C-A755EEB9A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36E9-9900-87DE-ED43-1F1B854B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08AF6-67A0-C5BC-D01E-94D7BDDC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6C37D-69AB-793A-4DBA-5B44C591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95C6-CC71-DEA3-8950-E3E638DC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99EF0-6297-B5FB-8F6D-05A3472F5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F2B01-7B5D-6692-924C-0E63C55EB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10A7-2563-2FDB-AFF3-64652FF3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8342D-630F-165F-5FD7-3D6A73F3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9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71F514-E526-8034-B47C-126685D4C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7D359-926A-68FC-5F2F-D7A632F2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AEB30-32E2-8D52-2FE1-C22023C8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0E823-14EE-0C39-C76D-3C89E3EE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55C2F-40C3-B90C-29E3-0ED5CC0D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0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B4787-5582-8B8C-3040-DCCC7E0C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F3146-D3E2-642E-DB39-A105E5B31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090C-3612-9961-7590-8A17AEF6C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56E55-E2AA-4125-8362-E1142379B16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10A63-07D5-4CCA-94BA-36C7D9EFD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476B8-E354-2127-3619-3C7E6DE36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4ED47-A7B8-47F3-95A0-3E40FBE2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9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Why the FIA was inspecting Ferrari's pitstops so closely - The Race">
            <a:extLst>
              <a:ext uri="{FF2B5EF4-FFF2-40B4-BE49-F238E27FC236}">
                <a16:creationId xmlns:a16="http://schemas.microsoft.com/office/drawing/2014/main" id="{F4720A25-31F3-7942-C018-C7C35136F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7" b="866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04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F25F0-FB36-351E-2F04-FBE782B7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OpenF1 API - https://openf1.org/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EFE12E-3185-02B1-DDEE-D0B5891E3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231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640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68958-3BE0-A1E7-B69E-C1D531EF0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Two Primary Data Cleaning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95A085-DAFB-F3B6-176D-17E69261A2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8263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AEDA85E-98C1-E16A-42F1-FD441E4AC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122" y="2941630"/>
            <a:ext cx="9008306" cy="974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91E124-6E31-5E61-DC86-A5D51489C9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122" y="4958177"/>
            <a:ext cx="9008306" cy="116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9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different colored rectangles&#10;&#10;AI-generated content may be incorrect.">
            <a:extLst>
              <a:ext uri="{FF2B5EF4-FFF2-40B4-BE49-F238E27FC236}">
                <a16:creationId xmlns:a16="http://schemas.microsoft.com/office/drawing/2014/main" id="{7D1C4148-5735-434A-F770-7D9F0C9E8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66" y="643466"/>
            <a:ext cx="9564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5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A1C27-2AF9-083B-4ED3-72F2716E8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098042"/>
            <a:ext cx="10905066" cy="46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with many colored rectangles&#10;&#10;AI-generated content may be incorrect.">
            <a:extLst>
              <a:ext uri="{FF2B5EF4-FFF2-40B4-BE49-F238E27FC236}">
                <a16:creationId xmlns:a16="http://schemas.microsoft.com/office/drawing/2014/main" id="{6396D780-2B3A-D72D-9B86-D02010E18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72" y="643466"/>
            <a:ext cx="956405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4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20F949C-CBF4-1DDA-76C3-981E2EA24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79609"/>
            <a:ext cx="10905066" cy="32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74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98</Words>
  <Application>Microsoft Office PowerPoint</Application>
  <PresentationFormat>Widescreen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OpenF1 API - https://openf1.org/</vt:lpstr>
      <vt:lpstr>Two Primary Data Cleaning Steps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Hudson Double</dc:creator>
  <cp:lastModifiedBy>Hudson Double</cp:lastModifiedBy>
  <cp:revision>4</cp:revision>
  <dcterms:created xsi:type="dcterms:W3CDTF">2025-12-03T14:35:14Z</dcterms:created>
  <dcterms:modified xsi:type="dcterms:W3CDTF">2025-12-04T04:33:03Z</dcterms:modified>
</cp:coreProperties>
</file>